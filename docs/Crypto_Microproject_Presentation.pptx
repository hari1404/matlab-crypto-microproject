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73152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430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MATLAB-Based Public-Key Cryptography and Secure Communication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Theory, Modular Arithmetic, Graph Theory and Diffie–Hellman Key Exchange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66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Micro-project · Alliance University, Alliance College of Engineering and Design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Santanu Barua · M Hariharan · Kushi Pathak · P Abdul Wasim · Someshwar A · Adithya Sampath Kumar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does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and Bob each pick a private number, exchange public values over an insecure channel, and arrive at the same secret key. That key encrypts and decrypts their messages across a network of 6 users.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840480"/>
                <a:gridCol w="2103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models in the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Folder (src/)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Sets, Relations, Functions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Users, symbols, keys; "can talk with"; E and D as functions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sets_relations_functions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Theory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= vertices, channels = edges; BFS, paths, cycles, bridges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graph_network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Theory + Modular Arithmetic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powers, gcd, inverses, generators of Z97*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group_theory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Diffie–Hellman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secret key over an insecure channel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diffie_hellman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 / Decryption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 protected with the shared key; eavesdropper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 on every channel, routed messages, typed demo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Public/private key pair, key transport, attacks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model: secure communication network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 flipV="1">
            <a:off x="914400" y="1828800"/>
            <a:ext cx="1371600" cy="9144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743200"/>
            <a:ext cx="1371600" cy="9144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1828800"/>
            <a:ext cx="1371600" cy="9144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286000" y="2743200"/>
            <a:ext cx="1371600" cy="9144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2743200"/>
            <a:ext cx="100584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743200"/>
            <a:ext cx="100584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99032" y="2157984"/>
            <a:ext cx="402336" cy="256032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99032" y="3072384"/>
            <a:ext cx="402336" cy="256032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2157984"/>
            <a:ext cx="402336" cy="256032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770632" y="3072384"/>
            <a:ext cx="402336" cy="256032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959352" y="2340864"/>
            <a:ext cx="402336" cy="256032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965192" y="2340864"/>
            <a:ext cx="402336" cy="256032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" y="2441448"/>
            <a:ext cx="603504" cy="603504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2648" y="24414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984248" y="1527048"/>
            <a:ext cx="603504" cy="603504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84248" y="1527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84248" y="3355848"/>
            <a:ext cx="603504" cy="603504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984248" y="33558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55848" y="2441448"/>
            <a:ext cx="603504" cy="603504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55848" y="24414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61688" y="2441448"/>
            <a:ext cx="603504" cy="603504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61688" y="24414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67528" y="2441448"/>
            <a:ext cx="603504" cy="603504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67528" y="24414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2519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on channels = Diffie–Hellman key (p = 97, g = 5). Red = bridge channels (Dave–Frank, Frank–Grace); Dave and Frank are cut users.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1097280"/>
            <a:ext cx="2468880" cy="685800"/>
          </a:xfrm>
          <a:prstGeom prst="rect">
            <a:avLst/>
          </a:prstGeom>
          <a:solidFill>
            <a:srgbClr val="E6FFFA"/>
          </a:solidFill>
          <a:ln w="12700">
            <a:solidFill>
              <a:srgbClr val="0D9488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Secret a, public g^a mod p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1965960"/>
            <a:ext cx="2468880" cy="685800"/>
          </a:xfrm>
          <a:prstGeom prst="rect">
            <a:avLst/>
          </a:prstGeom>
          <a:solidFill>
            <a:srgbClr val="E6FFFA"/>
          </a:solidFill>
          <a:ln w="12700">
            <a:solidFill>
              <a:srgbClr val="0D9488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Swap public values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2834640"/>
            <a:ext cx="2468880" cy="685800"/>
          </a:xfrm>
          <a:prstGeom prst="rect">
            <a:avLst/>
          </a:prstGeom>
          <a:solidFill>
            <a:srgbClr val="E6FFFA"/>
          </a:solidFill>
          <a:ln w="12700">
            <a:solidFill>
              <a:srgbClr val="0D9488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Same key g^(ab) mod p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3703320"/>
            <a:ext cx="2468880" cy="685800"/>
          </a:xfrm>
          <a:prstGeom prst="rect">
            <a:avLst/>
          </a:prstGeom>
          <a:solidFill>
            <a:srgbClr val="E6FFFA"/>
          </a:solidFill>
          <a:ln w="12700">
            <a:solidFill>
              <a:srgbClr val="0D9488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Encrypt c = K·m mod 97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Sets, relations and functions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Sets: users U (6), plaintext P = symbols 1–95 (ASCII 32–126, symbol = code − 31), ciphertext C and keys K = 1–96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R1 "can talk with" (6 channels, symmetric); R2 "owns" (one private key per user)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relation_properties tests reflexive, symmetric, transitive from the 0/1 matrix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function_properties tests one-to-one and onto: E_k is a bijection, D_k undoes it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005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define_sets.m, encrypt_symbols.m, decrypt_symbols.m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411480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0016" y="1371600"/>
            <a:ext cx="38587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S.prime = 97;  S.generator = 5;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S.users = {'Alice','Bob','Carol',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'Dave','Frank','Grace'};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S.alphabet = char(32:126);  % 95 symbols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encrypt_symbols.m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mod(k * sym, S.prime);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E_k(m) = k*m mod 97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decrypt_symbols.m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key_inverse(k, 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 = mod(j * c, S.prime);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D_k(c) = j*c mod 97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arithmetic and the group Z97*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mod_pow.m: square and multiply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1325880"/>
            <a:ext cx="37673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1;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= 1:numel(bits)  % bits of 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mod(r * r, m);      % square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bits(i) ==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 = mod(r * b, m);  % multiply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mod_inverse.m and is_generator.m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91456" y="1325880"/>
            <a:ext cx="37673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[g, x] = ext_gcd(mod(a, m), m);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a*x + m*y = 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g ~= 1, error('no inverse'); end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mod(x, m);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is_generator: for each prime q | p-1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mod_pow(a, (p-1)/q, p) ~= 1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1546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mod_pow: 5^13 mod 97 = 29 using only 4 squarings (13 = 1101 in binary)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Z97* = numbers 1–96 under multiplication mod 97; check_group tests closure, identity, inverses, associativity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5 is a generator: its powers give every number 1–96; there are 32 generators in all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element_order finds the order of a by dividing out prime factors of 96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Diffie–Hellman key exchange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dh_public_value.m, dh_shared_key.m, dh_exchange.m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2062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1325880"/>
            <a:ext cx="39502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mod_pow(g, a, p);   % A = g^a mod p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mod_pow(B, a, p);   % K = B^a mod p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dh_exchange: both sides compute a key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E.key_alice = dh_shared_key(a, E.B, p);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E.key_bob   = dh_shared_key(b, E.A, p);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E.agree = (E.key_alice == E.key_bob);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947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(g^a)^b = (g^b)^a = g^(ab) in the cyclic group Z97*. An eavesdropper sees only g^a and g^b.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(p = 97, g = 5)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280160"/>
            <a:ext cx="374904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Alice: a = 6 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5^6 mod 97 = 8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47088"/>
            <a:ext cx="374904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Bob: b = 15 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5^15 mod 97 = 46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414016"/>
            <a:ext cx="3749040" cy="457200"/>
          </a:xfrm>
          <a:prstGeom prst="rect">
            <a:avLst/>
          </a:prstGeom>
          <a:solidFill>
            <a:srgbClr val="E6FFF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computes 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46^6 mod 97 = 85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980944"/>
            <a:ext cx="3749040" cy="457200"/>
          </a:xfrm>
          <a:prstGeom prst="rect">
            <a:avLst/>
          </a:prstGeom>
          <a:solidFill>
            <a:srgbClr val="E6FFF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computes 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8^15 mod 97 = 85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547872"/>
            <a:ext cx="3749040" cy="457200"/>
          </a:xfrm>
          <a:prstGeom prst="rect">
            <a:avLst/>
          </a:prstGeom>
          <a:solidFill>
            <a:srgbClr val="E6FFF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5^90 mod 97 = 85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4206240"/>
            <a:ext cx="374904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key = 85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with the shared key, and the eavesdropper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send_message.m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2062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1325880"/>
            <a:ext cx="3950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Ks = dh_shared_key(D.private(i), D.public(j), p);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 = dh_shared_key(D.private(j), D.public(i), p);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M.cipher   = encrypt_text(txt, Ks, 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M.received = decrypt_text(M.cipher, Kr, 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M.ok = strcmp(M.received, txt);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718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Example, key 85: "Meet" = symbols 46, 70, 70, 85 → ciphertext 30, 33, 33, 47. Decrypt by multiplying with the inverse of 85, which is 8 (85·8 = 680 = 1 mod 97).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eavesdrop_dh.m: Eve knows p, g, A, 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8404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74336" y="1325880"/>
            <a:ext cx="3584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= 1:(p - 2)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 = mod(v * g, p);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 == A, secret = t; break, 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E.key = dh_shared_key(secret, B, p);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97180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tries g^1, g^2, ... until she hits A (discrete logarithm by brute force)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p = 97; infeasible for very large primes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96 keys exist, so try_all_keys also reads the text: a learning model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theory: the communication network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= vertices, channels = edges (simple undirected graph, 6 edges)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 and list; handshake check: sum of degrees = 2 × edges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bfs_search (queue) gives distance, parent and visit order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Alice → Grace: Alice – Bob – Dave – Frank – Grace (4 channels)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cycles = m − n + k = 1: Alice – Bob – Dave – Carol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channels: Dave–Frank, Frank–Grace. Cut users: Dave, Frank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pictures drawn with base plot commands, saved as PNG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define_graph.m, bridge_channels.m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234440"/>
            <a:ext cx="384048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74336" y="1325880"/>
            <a:ext cx="35844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 = pairs(:,1) &lt; pairs(:,2);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G.edges = sortrows(pairs(up, :));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G.adj = edges_to_adjacency(E, n);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G.degree = sum(G.adj, 2)';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bridge_channels: remove each edge,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a bridge if groups increase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remove_channel(A, u, v);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[~, k2] = connected_components(B);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k2 &gt; k, E(end+1,:) = [u v]; end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together: secure network and demo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route_message.m: hop by hop along the shortest path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66344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1325880"/>
            <a:ext cx="44074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[path, len] = shortest_path(Y.A, i, j);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h = 1:len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path(h);  b = path(h + 1);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R.keys(h) = channel_key(Y, a, b);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 = send_message(cur, a, b, Y.D, Y.S);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 = M.received;  % relay decrypts and re-encrypts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R.delivered = strcmp(cur, txt);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47472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define_system builds one struct Y: sets, graph, secret numbers, key table, channel keys (85, 12, 42, 90, 32, 72)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hop uses its own channel key; relays can read the text (not end-to-end)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channel forces a new route, or no delivery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960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main_demo menu (typed prompts)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280160"/>
            <a:ext cx="3291840" cy="320040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Send a message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Key exchange of two users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Channels and their keys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Break a channel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Repair all channels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Full report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Picture of the route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Quit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module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rsa_make_keys.m, rsa_encrypt_number.m, rsa_decrypt_number.m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75488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1325880"/>
            <a:ext cx="4498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K.n   = p * q;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K.phi = (p - 1) * (q - 1);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K.d   = mod_inverse(K.e, K.phi);  % e*d = 1 mod phi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mod_pow(m, e, n);   % public key (n, 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mod_pow(c, d, n);   % private key 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546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61, q = 53, e = 17 → n = 3233, phi = 3120, d = 2753. Message m = 65 → c = 65^17 mod 3233 = 2790 → 2790^2753 mod 3233 = 65.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00584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because a^phi = 1 in the group Zn*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transport: RSA sends only the cipher key; the text uses the fast cipher (49 multiplications instead of 468)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eavesdrop_rsa factors n by trial division; eavesdrop_codebook lists all small numbers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RSA: the same character gives the same number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how to run, and limits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4206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test files; run_all_tests ends with ALL TESTS PASSED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verify_system: 21 checks, each done a second way (repeated multiplication instead of mod_pow, matrix products instead of BFS)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verify_rsa: 15 more checks for RSA (trial division, every number 0 to n-1, Euler rule), also for a second set of keys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keys never give the text back (1425 cases)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Educational: small numbers, 96 keys, textbook RSA, not for real data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in MATLAB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234440"/>
            <a:ext cx="384048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74336" y="1325880"/>
            <a:ext cx="35844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setup_project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run_all_tests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demo_point1   % sets, relations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demo_point2   % graph, 5 pictures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demo_point3   % modular arithmetic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demo_point4   % Diffie-Hellman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demo_point5   % secure network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demo_point6   % 21 checks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demo_point7   % RSA + 15 checks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main_demo     % typed prompts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MATLAB-Based Public-Key Cryptography and Secure Communication</dc:title>
  <dc:subject>PptxGenJS Presentation</dc:subject>
  <dc:creator>PptxGenJS</dc:creator>
  <cp:lastModifiedBy>PptxGenJS</cp:lastModifiedBy>
  <cp:revision>1</cp:revision>
  <dcterms:created xsi:type="dcterms:W3CDTF">2026-10-26T08:16:45Z</dcterms:created>
  <dcterms:modified xsi:type="dcterms:W3CDTF">2026-10-26T08:16:45Z</dcterms:modified>
</cp:coreProperties>
</file>